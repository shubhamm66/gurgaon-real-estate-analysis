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Ready to move</c:v>
                </c:pt>
                <c:pt idx="1">
                  <c:v>Under construction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C0-4EC5-B0D0-C2AC0D6B8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structure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6E-4B4D-951F-23C4F30AFD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Gurgaon Real Estate</a:t>
            </a:r>
            <a:br/>
            <a: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7033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Python • Pandas • NumPy • Matplotlib • Seaborn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45720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DCE6"/>
                </a:solidFill>
              </a:defRPr>
            </a:pPr>
            <a:r>
              <a:t>Real-estate pricing, locality, builder and property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Scope and analytical coverage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 / Project Fact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Original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19,500+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Duplicate records removed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5,292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Final analytical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~14,200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Localities covered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Builders covered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Primary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Price, area, rate/sqft, status, RERA, BHK, property 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Standardized column names: stripped spaces, converted to lowercase and replaced spaces with underscores.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Converted price, area and rate_per_sqft into numeric formats after removing commas.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Cleaned categorical fields such as status and flat_type using strip() and lowercase().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Mapped RERA approval text into True / False categories.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Removed duplicate records before analysis.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Used Pandas groupby, filtering, aggregation and indexing for business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Business Questions 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10 questions translated into Python/Pandas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1. Which is the costliest flat in the dataset?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2. Which locality has the highest average price?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3. Which locality has the highest rate per square foot?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4. Do ready-to-move properties cost more than under-construction properties?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5. Do RERA-approved properties command a price premium?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6. How does area impact property price?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7. Which BHK configuration is most expensive on average?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8. Which property type is costliest?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9. Do certain builders price higher?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10. Are larger homes more expensive per sqft?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Price &amp; Locality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Pandas logic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Costliest flat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df.loc[df['price'].idxmax()]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Highest average locality price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groupby('locality')['price'].mean().idxmax()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Highest locality rate/sqft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groupby('locality')['rate_per_sqft'].mean().idxmax()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The analysis identifies location-level price differences using average price and average rate per square foot.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These metrics help separate high-ticket localities from localities with high pricing intensity per sqft.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Construction Status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1732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81188" y="2299199"/>
            <a:ext cx="4458878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3449"/>
                </a:solidFill>
              </a:defRPr>
            </a:pPr>
            <a:r>
              <a:rPr dirty="0"/>
              <a:t>Analysis</a:t>
            </a:r>
          </a:p>
          <a:p>
            <a:pPr>
              <a:spcAft>
                <a:spcPts val="1200"/>
              </a:spcAft>
              <a:defRPr sz="1400">
                <a:solidFill>
                  <a:srgbClr val="23272A"/>
                </a:solidFill>
              </a:defRPr>
            </a:pPr>
            <a:r>
              <a:rPr dirty="0"/>
              <a:t>• The code compares mean prices for the two construction-status groups.</a:t>
            </a:r>
          </a:p>
          <a:p>
            <a:pPr>
              <a:spcAft>
                <a:spcPts val="1200"/>
              </a:spcAft>
              <a:defRPr sz="1400">
                <a:solidFill>
                  <a:srgbClr val="23272A"/>
                </a:solidFill>
              </a:defRPr>
            </a:pPr>
            <a:r>
              <a:rPr dirty="0"/>
              <a:t>• The exact bars should be populated by running the supplied code against Data.csv.</a:t>
            </a:r>
          </a:p>
          <a:p>
            <a:pPr>
              <a:spcAft>
                <a:spcPts val="1200"/>
              </a:spcAft>
              <a:defRPr sz="1400">
                <a:solidFill>
                  <a:srgbClr val="23272A"/>
                </a:solidFill>
              </a:defRPr>
            </a:pPr>
            <a:r>
              <a:rPr dirty="0"/>
              <a:t>• This avoids presenting an invented price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RERA Approval &amp; Price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 used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RERA 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Mean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RERA not approved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Mean price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Premium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Approved mean &gt; non-approved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Boolean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The supplied project analysis notes that RERA-approved properties averaged approximately 5% lower prices than non-approved listings in the analyzed dataset.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This is an observed dataset relationship, not a causal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Area vs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Relationship explored using a scatter plot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55448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3449"/>
                </a:solidFill>
              </a:defRPr>
            </a:pPr>
            <a:r>
              <a:t>What the code tests</a:t>
            </a:r>
          </a:p>
          <a:p>
            <a:pPr>
              <a:spcAft>
                <a:spcPts val="1000"/>
              </a:spcAft>
              <a:defRPr sz="1400">
                <a:solidFill>
                  <a:srgbClr val="23272A"/>
                </a:solidFill>
              </a:defRPr>
            </a:pPr>
            <a:r>
              <a:t>• X-axis: area (sqft)</a:t>
            </a:r>
          </a:p>
          <a:p>
            <a:pPr>
              <a:spcAft>
                <a:spcPts val="1000"/>
              </a:spcAft>
              <a:defRPr sz="1400">
                <a:solidFill>
                  <a:srgbClr val="23272A"/>
                </a:solidFill>
              </a:defRPr>
            </a:pPr>
            <a:r>
              <a:t>• Y-axis: price</a:t>
            </a:r>
          </a:p>
          <a:p>
            <a:pPr>
              <a:spcAft>
                <a:spcPts val="1000"/>
              </a:spcAft>
              <a:defRPr sz="1400">
                <a:solidFill>
                  <a:srgbClr val="23272A"/>
                </a:solidFill>
              </a:defRPr>
            </a:pPr>
            <a:r>
              <a:t>• Visualization: Seaborn scatterplot</a:t>
            </a:r>
          </a:p>
          <a:p>
            <a:pPr>
              <a:spcAft>
                <a:spcPts val="1000"/>
              </a:spcAft>
              <a:defRPr sz="1400">
                <a:solidFill>
                  <a:srgbClr val="23272A"/>
                </a:solidFill>
              </a:defRPr>
            </a:pPr>
            <a:r>
              <a:t>• Use the actual scatterplot from the dataset for final numerical interpretation.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BHK &amp; Property Type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Pandas calculation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Most expensive BHK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groupby('bhk_count')['rate_per_sqft'].mean().idxmax()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Costliest property 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groupby('flat_type')['rate_per_sqft'].mean().idxmax()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Property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Apartment / Floor / 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Dataset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Top 5 Builders by Average Rate/Sqft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Builder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Average rate/sqft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Calculated from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Calculated from Data.csv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Calculated from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Calculated from Data.csv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Calculated from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Run on 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92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The supplied code ranks builders using mean rate_per_sqft and selects the top five.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This is a pricing comparison within the dataset, not a quality ranking of builders.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Key Project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The cleaned dataset contains approximately 14,200 property records after duplicate removal.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The project covers 245 localities and 269 builders, enabling granular market comparisons.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Pricing can be examined through total price as well as rate per square foot.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RERA approval and construction status are treated as categorical factors for price comparison.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The analysis combines data cleaning, transformation, aggregation and visualization.</a:t>
            </a:r>
          </a:p>
          <a:p>
            <a:pPr>
              <a:spcAft>
                <a:spcPts val="1400"/>
              </a:spcAft>
              <a:defRPr sz="1700">
                <a:solidFill>
                  <a:srgbClr val="23272A"/>
                </a:solidFill>
              </a:defRPr>
            </a:pPr>
            <a:r>
              <a:t>• The project demonstrates an end-to-end Python/Pandas real-estate analytics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9"/>
                </a:solidFill>
              </a:defRPr>
            </a:pPr>
            <a:r>
              <a:t>Tools &amp; Technical Workflow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Tools / Methods</a:t>
                      </a:r>
                    </a:p>
                  </a:txBody>
                  <a:tcPr>
                    <a:solidFill>
                      <a:srgbClr val="1F3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Data 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Pandas read_csv()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Cleaning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strip(), lower(), replace(), drop_duplicates()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Type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astype(), numeric transformation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groupby(), mean(), idxmax(), filtering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Matplotlib + Seaborn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Business output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72A"/>
                          </a:solidFill>
                        </a:defRPr>
                      </a:pPr>
                      <a:r>
                        <a:t>Comparison tables + insights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Gurgaon Real Estate Market Analysis  |  Python • Pandas • NumPy • Matplotlib • Seaborn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1027</Words>
  <Application>Microsoft Office PowerPoint</Application>
  <PresentationFormat>Widescreen</PresentationFormat>
  <Paragraphs>148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shubham modokar</cp:lastModifiedBy>
  <cp:revision>2</cp:revision>
  <dcterms:created xsi:type="dcterms:W3CDTF">2013-01-27T09:14:16Z</dcterms:created>
  <dcterms:modified xsi:type="dcterms:W3CDTF">2026-09-26T13:54:22Z</dcterms:modified>
  <cp:category/>
</cp:coreProperties>
</file>